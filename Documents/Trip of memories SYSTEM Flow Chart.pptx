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615338-5C96-3A6F-D898-DE7910324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7CE67F-EF24-3C41-FB03-9EC4B0B5B2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18955C-C737-4845-EE8C-26BB11B87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E709-CF1F-47C0-9DB3-3BD313B99AA9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46DC90-9B87-CE24-7DB7-4CE71EF51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F97EC1-25ED-E38A-19A4-0979EA3B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BC77D-460F-4464-A7A9-88D3E6FC2F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287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DAE7FB-61FB-E052-9C58-DFAF1EC2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2CB7A6-2807-D8BA-8B25-409861E83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3333D7-9773-4819-9DD2-B13916226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E709-CF1F-47C0-9DB3-3BD313B99AA9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E405B6-8D6D-6B47-2FE9-EBFBB2CED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EC5A2E-F67D-6C1B-A784-6ED51134B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BC77D-460F-4464-A7A9-88D3E6FC2F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228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30DD57-4112-27FA-8C8A-B4459F00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A31855-6B20-F40E-7C1B-2EA514663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AF8B27-AA07-2C83-3399-B105643A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E709-CF1F-47C0-9DB3-3BD313B99AA9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646290-6157-776E-13B3-4A56FAF7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12974F-15B0-3817-C117-33B93B5AE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BC77D-460F-4464-A7A9-88D3E6FC2F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323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A6FEF6-23FE-1F77-2FF6-304ABF64F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C039A8-F520-9783-8A31-2CF6A80AED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E9BBF8-E299-CB85-EE9D-C4701D4E6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59165B-77FF-5694-6CDF-554C7243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E709-CF1F-47C0-9DB3-3BD313B99AA9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4382A5-E3D4-6135-9CE7-9174DCF1B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201CE6-6B59-ED88-6902-B12EC6D6D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BC77D-460F-4464-A7A9-88D3E6FC2F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465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54B12A-8520-D81A-BDAE-A74B67377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30B271-C809-04AE-CFCA-F3597F529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45FEC2-D9CC-6243-7B6B-4D6E2D1B0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7246F6-3FCF-1A11-BEA3-DA0ACE607E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F98F5B-C4D6-AC62-D5D7-5FC9313913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8F9654-67B7-A18C-E18C-053FF0E13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E709-CF1F-47C0-9DB3-3BD313B99AA9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08F0E35-FFED-96ED-3DEA-13DC416E6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9AEE89-E9F1-ACA3-81C6-5F6162E48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BC77D-460F-4464-A7A9-88D3E6FC2F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748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60DD7-3A75-64C8-3E2F-3721EB2D0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215D10-49D6-1218-6B14-C4DF84729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E709-CF1F-47C0-9DB3-3BD313B99AA9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887A03-3B13-C9C8-A383-C9D497840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035046-3AFB-26C8-4B35-8E755E3D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BC77D-460F-4464-A7A9-88D3E6FC2F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689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DE43E0D-9DBA-FCB9-228B-677258176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E709-CF1F-47C0-9DB3-3BD313B99AA9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BB7FDD-8766-912A-5D83-939973659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C63198-2AF9-7DD0-D037-B12A1478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BC77D-460F-4464-A7A9-88D3E6FC2F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338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D766B-2C87-B6E1-F9DB-DF9B69464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C463CD-D4C5-DA19-A704-CD1CDACC3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274F25-1D18-36AE-03F0-3DB3B715B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BB901F-3E52-C754-D71E-46EB23F0D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E709-CF1F-47C0-9DB3-3BD313B99AA9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97C518-1A88-A281-B053-A434A62CB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4D2071-A124-03BC-7BBA-5B051A21E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BC77D-460F-4464-A7A9-88D3E6FC2F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71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469E36-FD76-661B-FD35-2F1ABA9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7F78B71-627A-495C-35B4-B15AD7E0E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FE83A7-E810-8BEF-ADCD-142986A75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575E1B-5806-8A79-7DF5-D1701BD9A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E709-CF1F-47C0-9DB3-3BD313B99AA9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0B3240-6B9E-CA6A-3981-C34D6260E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3ECAFE-0D82-E714-E390-02840260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BC77D-460F-4464-A7A9-88D3E6FC2F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479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9DD58-185C-B89E-C499-0CD2B61CB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D66442-DECF-78DC-9E5C-5EA570744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23BC1C-F9B6-F3D8-6E70-021E41F13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E709-CF1F-47C0-9DB3-3BD313B99AA9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0FD2E0-491A-E797-1DDD-0C698AD1F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7F4CCE-90AB-104B-09C2-B1AF3CEA3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BC77D-460F-4464-A7A9-88D3E6FC2F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305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63A7D2A-B421-4609-371A-7739891894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038740-DB4D-5EE3-39BB-1BAA9E26D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1C5B92-0CF0-C30B-3440-E2FE2BD0B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E709-CF1F-47C0-9DB3-3BD313B99AA9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AD568C-42C7-4987-9A20-2BA7A36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4F81DE-527D-D0D9-5B04-FD46D172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BC77D-460F-4464-A7A9-88D3E6FC2F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788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1ADB90B-DCE8-642F-F1BC-FEA4E4C1B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F3E99F-563F-72B6-9DC1-7C4E392DE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168ED6-18D5-C4EC-A6B1-B53E6C2D1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2E709-CF1F-47C0-9DB3-3BD313B99AA9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60163D-6FFA-1E24-5F1B-243D2520A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0AD801-BA63-A0FF-3051-4C2534842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CBC77D-460F-4464-A7A9-88D3E6FC2F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112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98EECE-909A-08D4-3691-A8C137C62F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ko-KR" dirty="0"/>
              <a:t>SYSTEM</a:t>
            </a:r>
            <a:r>
              <a:rPr lang="ko-KR" altLang="en-US" dirty="0"/>
              <a:t> </a:t>
            </a:r>
            <a:r>
              <a:rPr lang="en-US" altLang="ko-KR" dirty="0"/>
              <a:t>Flow</a:t>
            </a:r>
            <a:r>
              <a:rPr lang="ko-KR" altLang="en-US" dirty="0"/>
              <a:t> </a:t>
            </a:r>
            <a:r>
              <a:rPr lang="en-US" altLang="ko-KR" dirty="0"/>
              <a:t>Chart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3092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EF70B-F579-3BD5-B0E1-1D37CED44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DED0AAA-E3E0-A0FF-1265-08CF23190382}"/>
              </a:ext>
            </a:extLst>
          </p:cNvPr>
          <p:cNvSpPr/>
          <p:nvPr/>
        </p:nvSpPr>
        <p:spPr>
          <a:xfrm>
            <a:off x="1431639" y="544942"/>
            <a:ext cx="2161308" cy="7389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메인 화면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C6B34F5-AD3F-C1EE-181E-2758E66EAD28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512293" y="1283851"/>
            <a:ext cx="0" cy="420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E9E7B3-3382-FB84-4327-92758A8A788F}"/>
              </a:ext>
            </a:extLst>
          </p:cNvPr>
          <p:cNvSpPr/>
          <p:nvPr/>
        </p:nvSpPr>
        <p:spPr>
          <a:xfrm>
            <a:off x="1413165" y="2854032"/>
            <a:ext cx="2161308" cy="7389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스토리 </a:t>
            </a:r>
            <a:r>
              <a:rPr lang="en-US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en-US" dirty="0">
                <a:solidFill>
                  <a:sysClr val="windowText" lastClr="000000"/>
                </a:solidFill>
              </a:rPr>
              <a:t>서론</a:t>
            </a:r>
            <a:r>
              <a:rPr lang="en-US" altLang="ko-KR" dirty="0">
                <a:solidFill>
                  <a:sysClr val="windowText" lastClr="000000"/>
                </a:solidFill>
              </a:rPr>
              <a:t>)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2016112-7BC1-6E7E-643A-0FCBF4DC5B09}"/>
              </a:ext>
            </a:extLst>
          </p:cNvPr>
          <p:cNvCxnSpPr>
            <a:cxnSpLocks/>
          </p:cNvCxnSpPr>
          <p:nvPr/>
        </p:nvCxnSpPr>
        <p:spPr>
          <a:xfrm>
            <a:off x="2470727" y="3592941"/>
            <a:ext cx="0" cy="7389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EAE7338-8F61-9BDF-394A-B709C933AFBF}"/>
              </a:ext>
            </a:extLst>
          </p:cNvPr>
          <p:cNvSpPr/>
          <p:nvPr/>
        </p:nvSpPr>
        <p:spPr>
          <a:xfrm>
            <a:off x="1431639" y="4331850"/>
            <a:ext cx="2161308" cy="7389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스테이지 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3387482-099E-9ADC-67F6-7FEFCBA0AE99}"/>
              </a:ext>
            </a:extLst>
          </p:cNvPr>
          <p:cNvCxnSpPr>
            <a:cxnSpLocks/>
          </p:cNvCxnSpPr>
          <p:nvPr/>
        </p:nvCxnSpPr>
        <p:spPr>
          <a:xfrm>
            <a:off x="3583709" y="4701304"/>
            <a:ext cx="11360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40DF3E-1E16-2792-0BF9-36EDF7DDF5CC}"/>
              </a:ext>
            </a:extLst>
          </p:cNvPr>
          <p:cNvSpPr/>
          <p:nvPr/>
        </p:nvSpPr>
        <p:spPr>
          <a:xfrm>
            <a:off x="4719781" y="4331850"/>
            <a:ext cx="2678545" cy="7389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스테이지 </a:t>
            </a:r>
            <a:r>
              <a:rPr lang="en-US" altLang="ko-KR" dirty="0">
                <a:solidFill>
                  <a:sysClr val="windowText" lastClr="000000"/>
                </a:solidFill>
              </a:rPr>
              <a:t>Select Room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D86D7C82-1BCF-3B5D-72DB-65393666A0A5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652984" y="1997357"/>
            <a:ext cx="2424544" cy="2371435"/>
          </a:xfrm>
          <a:prstGeom prst="bentConnector3">
            <a:avLst>
              <a:gd name="adj1" fmla="val 9952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0F57633-AFE2-FFC5-6FC5-CFFE76462EA7}"/>
              </a:ext>
            </a:extLst>
          </p:cNvPr>
          <p:cNvCxnSpPr>
            <a:cxnSpLocks/>
          </p:cNvCxnSpPr>
          <p:nvPr/>
        </p:nvCxnSpPr>
        <p:spPr>
          <a:xfrm>
            <a:off x="7398326" y="4701304"/>
            <a:ext cx="11360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193C1B-6BFC-DCCD-770E-AF76D47135D8}"/>
              </a:ext>
            </a:extLst>
          </p:cNvPr>
          <p:cNvSpPr/>
          <p:nvPr/>
        </p:nvSpPr>
        <p:spPr>
          <a:xfrm>
            <a:off x="8534399" y="4331850"/>
            <a:ext cx="2678545" cy="7389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스테이지 진행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10579DCA-557A-C7F6-7A72-CF574CFF9C66}"/>
              </a:ext>
            </a:extLst>
          </p:cNvPr>
          <p:cNvSpPr/>
          <p:nvPr/>
        </p:nvSpPr>
        <p:spPr>
          <a:xfrm>
            <a:off x="1334659" y="1715646"/>
            <a:ext cx="2318325" cy="56342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ysClr val="windowText" lastClr="000000"/>
                </a:solidFill>
              </a:rPr>
              <a:t>이어하기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9565D64-ADE7-E886-2977-CF35156BDA10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flipH="1">
            <a:off x="2493819" y="2279068"/>
            <a:ext cx="3" cy="5749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136ED2F-6CDF-D217-E22E-ADCF9D750661}"/>
              </a:ext>
            </a:extLst>
          </p:cNvPr>
          <p:cNvSpPr/>
          <p:nvPr/>
        </p:nvSpPr>
        <p:spPr>
          <a:xfrm>
            <a:off x="36948" y="2197095"/>
            <a:ext cx="2161308" cy="738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아니요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또는 저장 데이터가 없음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26220FE-C80D-D91B-D664-B8298A82CD9D}"/>
              </a:ext>
            </a:extLst>
          </p:cNvPr>
          <p:cNvSpPr/>
          <p:nvPr/>
        </p:nvSpPr>
        <p:spPr>
          <a:xfrm>
            <a:off x="4481944" y="1258448"/>
            <a:ext cx="798950" cy="738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예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DD62C6C-2751-3767-83B0-3EF7ABB60EF1}"/>
              </a:ext>
            </a:extLst>
          </p:cNvPr>
          <p:cNvCxnSpPr>
            <a:cxnSpLocks/>
          </p:cNvCxnSpPr>
          <p:nvPr/>
        </p:nvCxnSpPr>
        <p:spPr>
          <a:xfrm flipH="1">
            <a:off x="7398326" y="4955303"/>
            <a:ext cx="11360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0924CE6-FF7D-0570-4D61-8C83DC7EE9F3}"/>
              </a:ext>
            </a:extLst>
          </p:cNvPr>
          <p:cNvSpPr/>
          <p:nvPr/>
        </p:nvSpPr>
        <p:spPr>
          <a:xfrm>
            <a:off x="6560124" y="5209302"/>
            <a:ext cx="2678544" cy="738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그만두기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en-US" dirty="0">
                <a:solidFill>
                  <a:sysClr val="windowText" lastClr="000000"/>
                </a:solidFill>
              </a:rPr>
              <a:t>진행 내용 저장 안됨</a:t>
            </a:r>
            <a:r>
              <a:rPr lang="en-US" altLang="ko-KR" dirty="0">
                <a:solidFill>
                  <a:sysClr val="windowText" lastClr="000000"/>
                </a:solidFill>
              </a:rPr>
              <a:t>)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B30C6B6-6031-1021-C9FE-FCAD94BED935}"/>
              </a:ext>
            </a:extLst>
          </p:cNvPr>
          <p:cNvCxnSpPr>
            <a:cxnSpLocks/>
          </p:cNvCxnSpPr>
          <p:nvPr/>
        </p:nvCxnSpPr>
        <p:spPr>
          <a:xfrm flipV="1">
            <a:off x="9873671" y="3151909"/>
            <a:ext cx="0" cy="11845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E45F31E-BD17-897A-EA9E-2E7B1681D666}"/>
              </a:ext>
            </a:extLst>
          </p:cNvPr>
          <p:cNvSpPr/>
          <p:nvPr/>
        </p:nvSpPr>
        <p:spPr>
          <a:xfrm>
            <a:off x="8534399" y="2401452"/>
            <a:ext cx="2678545" cy="7389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스테이지 완료</a:t>
            </a:r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A0155921-7E9D-5B53-66DE-B4CDEFA329B7}"/>
              </a:ext>
            </a:extLst>
          </p:cNvPr>
          <p:cNvCxnSpPr>
            <a:cxnSpLocks/>
            <a:stCxn id="32" idx="1"/>
          </p:cNvCxnSpPr>
          <p:nvPr/>
        </p:nvCxnSpPr>
        <p:spPr>
          <a:xfrm rot="10800000" flipV="1">
            <a:off x="6363859" y="2770907"/>
            <a:ext cx="2170540" cy="1579412"/>
          </a:xfrm>
          <a:prstGeom prst="bentConnector3">
            <a:avLst>
              <a:gd name="adj1" fmla="val 9978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D562041-8F91-1CB8-FCA5-97ECB2CE3B1A}"/>
              </a:ext>
            </a:extLst>
          </p:cNvPr>
          <p:cNvSpPr/>
          <p:nvPr/>
        </p:nvSpPr>
        <p:spPr>
          <a:xfrm>
            <a:off x="6960751" y="3669137"/>
            <a:ext cx="2011222" cy="738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스테이지 선택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7E4557A-8692-7AF5-5804-B15E5B32F172}"/>
              </a:ext>
            </a:extLst>
          </p:cNvPr>
          <p:cNvSpPr/>
          <p:nvPr/>
        </p:nvSpPr>
        <p:spPr>
          <a:xfrm>
            <a:off x="8151667" y="1719111"/>
            <a:ext cx="3444008" cy="738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진행 내용 및 기억회복률 저장</a:t>
            </a:r>
          </a:p>
        </p:txBody>
      </p:sp>
    </p:spTree>
    <p:extLst>
      <p:ext uri="{BB962C8B-B14F-4D97-AF65-F5344CB8AC3E}">
        <p14:creationId xmlns:p14="http://schemas.microsoft.com/office/powerpoint/2010/main" val="201767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76B96-16A7-959A-DD19-827776394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3D0FD6B-8E0C-6D99-B9CC-A3A7194AE653}"/>
              </a:ext>
            </a:extLst>
          </p:cNvPr>
          <p:cNvSpPr/>
          <p:nvPr/>
        </p:nvSpPr>
        <p:spPr>
          <a:xfrm>
            <a:off x="1254086" y="820150"/>
            <a:ext cx="2161308" cy="7389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ysClr val="windowText" lastClr="000000"/>
                </a:solidFill>
              </a:rPr>
              <a:t>스테이지 진행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DBD519-1164-3F61-4FAD-7FDC75E4F656}"/>
              </a:ext>
            </a:extLst>
          </p:cNvPr>
          <p:cNvSpPr/>
          <p:nvPr/>
        </p:nvSpPr>
        <p:spPr>
          <a:xfrm>
            <a:off x="1254086" y="2370338"/>
            <a:ext cx="2161308" cy="7389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ysClr val="windowText" lastClr="000000"/>
                </a:solidFill>
              </a:rPr>
              <a:t>캠프 활성화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ED68436-61B5-D20E-565F-11FB255EAC9F}"/>
              </a:ext>
            </a:extLst>
          </p:cNvPr>
          <p:cNvCxnSpPr>
            <a:cxnSpLocks/>
          </p:cNvCxnSpPr>
          <p:nvPr/>
        </p:nvCxnSpPr>
        <p:spPr>
          <a:xfrm>
            <a:off x="2343617" y="1559059"/>
            <a:ext cx="0" cy="8112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B30FA76-534F-4FC7-729C-12C7DC59AB2F}"/>
              </a:ext>
            </a:extLst>
          </p:cNvPr>
          <p:cNvCxnSpPr>
            <a:cxnSpLocks/>
          </p:cNvCxnSpPr>
          <p:nvPr/>
        </p:nvCxnSpPr>
        <p:spPr>
          <a:xfrm>
            <a:off x="2362088" y="3112651"/>
            <a:ext cx="0" cy="420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다이아몬드 16">
            <a:extLst>
              <a:ext uri="{FF2B5EF4-FFF2-40B4-BE49-F238E27FC236}">
                <a16:creationId xmlns:a16="http://schemas.microsoft.com/office/drawing/2014/main" id="{473782F4-8BC3-BE19-CC1C-3BCC7A9CFA5F}"/>
              </a:ext>
            </a:extLst>
          </p:cNvPr>
          <p:cNvSpPr/>
          <p:nvPr/>
        </p:nvSpPr>
        <p:spPr>
          <a:xfrm>
            <a:off x="1184454" y="3544446"/>
            <a:ext cx="2318325" cy="56342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Life = 0 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E50224F0-1414-DD0A-4DBA-B666B870F85F}"/>
              </a:ext>
            </a:extLst>
          </p:cNvPr>
          <p:cNvCxnSpPr>
            <a:cxnSpLocks/>
            <a:stCxn id="17" idx="3"/>
            <a:endCxn id="26" idx="2"/>
          </p:cNvCxnSpPr>
          <p:nvPr/>
        </p:nvCxnSpPr>
        <p:spPr>
          <a:xfrm flipV="1">
            <a:off x="3502779" y="3109247"/>
            <a:ext cx="3929355" cy="7169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DC14A0-1F5E-64A1-89D9-B8B866317672}"/>
              </a:ext>
            </a:extLst>
          </p:cNvPr>
          <p:cNvSpPr/>
          <p:nvPr/>
        </p:nvSpPr>
        <p:spPr>
          <a:xfrm>
            <a:off x="6351480" y="2370338"/>
            <a:ext cx="2161308" cy="7389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마지막 활성화된 캠프로 이동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6A7490-9F91-5F71-2184-1582227E4A54}"/>
              </a:ext>
            </a:extLst>
          </p:cNvPr>
          <p:cNvSpPr/>
          <p:nvPr/>
        </p:nvSpPr>
        <p:spPr>
          <a:xfrm>
            <a:off x="3502779" y="2370338"/>
            <a:ext cx="2479379" cy="738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기억 회복률 변화 및 캠프 활성화 저장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8723859-69A9-ACB5-4F39-5527BB3AC84B}"/>
              </a:ext>
            </a:extLst>
          </p:cNvPr>
          <p:cNvSpPr/>
          <p:nvPr/>
        </p:nvSpPr>
        <p:spPr>
          <a:xfrm>
            <a:off x="4680414" y="3228103"/>
            <a:ext cx="798950" cy="738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예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42FB245-DEBD-D09E-F8B2-2A6A535D0FD1}"/>
              </a:ext>
            </a:extLst>
          </p:cNvPr>
          <p:cNvSpPr/>
          <p:nvPr/>
        </p:nvSpPr>
        <p:spPr>
          <a:xfrm>
            <a:off x="2057467" y="4173612"/>
            <a:ext cx="2161308" cy="738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아니요</a:t>
            </a: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09F099C-6D83-4108-50FB-2EDF4D586F50}"/>
              </a:ext>
            </a:extLst>
          </p:cNvPr>
          <p:cNvCxnSpPr>
            <a:cxnSpLocks/>
          </p:cNvCxnSpPr>
          <p:nvPr/>
        </p:nvCxnSpPr>
        <p:spPr>
          <a:xfrm>
            <a:off x="2334740" y="4122812"/>
            <a:ext cx="0" cy="7155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다이아몬드 39">
            <a:extLst>
              <a:ext uri="{FF2B5EF4-FFF2-40B4-BE49-F238E27FC236}">
                <a16:creationId xmlns:a16="http://schemas.microsoft.com/office/drawing/2014/main" id="{3C56927A-62AB-B749-C58F-DA91D21DD748}"/>
              </a:ext>
            </a:extLst>
          </p:cNvPr>
          <p:cNvSpPr/>
          <p:nvPr/>
        </p:nvSpPr>
        <p:spPr>
          <a:xfrm>
            <a:off x="1175577" y="4853274"/>
            <a:ext cx="2318325" cy="56342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그만두기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0051F46-B24B-0980-7542-962E29DE21B5}"/>
              </a:ext>
            </a:extLst>
          </p:cNvPr>
          <p:cNvSpPr/>
          <p:nvPr/>
        </p:nvSpPr>
        <p:spPr>
          <a:xfrm>
            <a:off x="4667317" y="4473913"/>
            <a:ext cx="798950" cy="738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예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183F7375-FD0A-898D-FC6A-69D78FDFD1CD}"/>
              </a:ext>
            </a:extLst>
          </p:cNvPr>
          <p:cNvCxnSpPr>
            <a:stCxn id="40" idx="3"/>
          </p:cNvCxnSpPr>
          <p:nvPr/>
        </p:nvCxnSpPr>
        <p:spPr>
          <a:xfrm>
            <a:off x="3493902" y="5134985"/>
            <a:ext cx="38212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A047F0F-47A8-5279-3CCB-765553AC3E2A}"/>
              </a:ext>
            </a:extLst>
          </p:cNvPr>
          <p:cNvSpPr/>
          <p:nvPr/>
        </p:nvSpPr>
        <p:spPr>
          <a:xfrm>
            <a:off x="7315200" y="4677787"/>
            <a:ext cx="3160450" cy="7389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기억 회복률 변화 내용 삭제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65404509-C57E-01EC-765E-A7B5E93F3A19}"/>
              </a:ext>
            </a:extLst>
          </p:cNvPr>
          <p:cNvCxnSpPr>
            <a:cxnSpLocks/>
          </p:cNvCxnSpPr>
          <p:nvPr/>
        </p:nvCxnSpPr>
        <p:spPr>
          <a:xfrm>
            <a:off x="2334740" y="5416696"/>
            <a:ext cx="0" cy="7155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F24D7F5-359E-C8D2-E27D-F0C70CC2BF53}"/>
              </a:ext>
            </a:extLst>
          </p:cNvPr>
          <p:cNvSpPr/>
          <p:nvPr/>
        </p:nvSpPr>
        <p:spPr>
          <a:xfrm>
            <a:off x="1199700" y="6132215"/>
            <a:ext cx="2215694" cy="5933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스테이지 클리어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B65522B-6BDC-2D91-75B9-B71F7987A4D8}"/>
              </a:ext>
            </a:extLst>
          </p:cNvPr>
          <p:cNvSpPr/>
          <p:nvPr/>
        </p:nvSpPr>
        <p:spPr>
          <a:xfrm>
            <a:off x="3585280" y="6011340"/>
            <a:ext cx="7112311" cy="738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기억 회복률 최종값 저장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스테이지 클리어 정보 저장</a:t>
            </a:r>
            <a:r>
              <a:rPr lang="en-US" altLang="ko-KR" dirty="0">
                <a:solidFill>
                  <a:sysClr val="windowText" lastClr="000000"/>
                </a:solidFill>
              </a:rPr>
              <a:t>  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6432274-3FBA-0EB3-5166-EC2AE2103D2C}"/>
              </a:ext>
            </a:extLst>
          </p:cNvPr>
          <p:cNvSpPr/>
          <p:nvPr/>
        </p:nvSpPr>
        <p:spPr>
          <a:xfrm>
            <a:off x="6860082" y="4011011"/>
            <a:ext cx="4220773" cy="738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스테이지 시작 전 정보값으로 돌아감</a:t>
            </a:r>
          </a:p>
        </p:txBody>
      </p:sp>
    </p:spTree>
    <p:extLst>
      <p:ext uri="{BB962C8B-B14F-4D97-AF65-F5344CB8AC3E}">
        <p14:creationId xmlns:p14="http://schemas.microsoft.com/office/powerpoint/2010/main" val="3344066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9DA73-91BE-CBC0-8B1E-8979D88B6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6C86800-8B2E-91EE-0B11-CD502ED61223}"/>
              </a:ext>
            </a:extLst>
          </p:cNvPr>
          <p:cNvSpPr/>
          <p:nvPr/>
        </p:nvSpPr>
        <p:spPr>
          <a:xfrm>
            <a:off x="1911928" y="1283854"/>
            <a:ext cx="8432800" cy="4553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E91C6-F418-B38E-96FE-5FAEDAD79C70}"/>
              </a:ext>
            </a:extLst>
          </p:cNvPr>
          <p:cNvSpPr/>
          <p:nvPr/>
        </p:nvSpPr>
        <p:spPr>
          <a:xfrm>
            <a:off x="2041237" y="1366982"/>
            <a:ext cx="2770908" cy="5357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BBB7DCCE-88A6-8158-63F5-7E6AC71B8F4A}"/>
              </a:ext>
            </a:extLst>
          </p:cNvPr>
          <p:cNvCxnSpPr/>
          <p:nvPr/>
        </p:nvCxnSpPr>
        <p:spPr>
          <a:xfrm flipH="1">
            <a:off x="1071418" y="1542473"/>
            <a:ext cx="12192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A8CD973-7649-4FAC-DF24-CB6F0D8524BB}"/>
              </a:ext>
            </a:extLst>
          </p:cNvPr>
          <p:cNvSpPr txBox="1"/>
          <p:nvPr/>
        </p:nvSpPr>
        <p:spPr>
          <a:xfrm>
            <a:off x="212436" y="1366982"/>
            <a:ext cx="858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HP </a:t>
            </a:r>
            <a:r>
              <a:rPr lang="ko-KR" altLang="en-US" dirty="0"/>
              <a:t>칸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F8D1785-2131-D67E-50DD-0D2698306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2" t="35286" r="73973" b="50000"/>
          <a:stretch>
            <a:fillRect/>
          </a:stretch>
        </p:blipFill>
        <p:spPr>
          <a:xfrm>
            <a:off x="2290618" y="1366981"/>
            <a:ext cx="563904" cy="53570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6BC842E-9F6B-1B18-03F4-51CF179E5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2" t="35286" r="73973" b="50000"/>
          <a:stretch>
            <a:fillRect/>
          </a:stretch>
        </p:blipFill>
        <p:spPr>
          <a:xfrm>
            <a:off x="2997198" y="1362365"/>
            <a:ext cx="563904" cy="53570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429D4D6-1C6B-3659-8EFD-E63E6140D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2" t="35286" r="73973" b="50000"/>
          <a:stretch>
            <a:fillRect/>
          </a:stretch>
        </p:blipFill>
        <p:spPr>
          <a:xfrm>
            <a:off x="3703779" y="1366984"/>
            <a:ext cx="563904" cy="53570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FF6A46E-EC0F-77EA-1152-DD8FE5932DDC}"/>
              </a:ext>
            </a:extLst>
          </p:cNvPr>
          <p:cNvSpPr/>
          <p:nvPr/>
        </p:nvSpPr>
        <p:spPr>
          <a:xfrm>
            <a:off x="7693892" y="1468460"/>
            <a:ext cx="2364508" cy="26785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8947C-478A-FE61-37E8-C999C18F2FB8}"/>
              </a:ext>
            </a:extLst>
          </p:cNvPr>
          <p:cNvSpPr txBox="1"/>
          <p:nvPr/>
        </p:nvSpPr>
        <p:spPr>
          <a:xfrm>
            <a:off x="7765472" y="484909"/>
            <a:ext cx="241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기억회복률 게이지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2AEEA79F-8D04-891F-224F-C0FE9EBAF70B}"/>
              </a:ext>
            </a:extLst>
          </p:cNvPr>
          <p:cNvCxnSpPr>
            <a:cxnSpLocks/>
          </p:cNvCxnSpPr>
          <p:nvPr/>
        </p:nvCxnSpPr>
        <p:spPr>
          <a:xfrm flipV="1">
            <a:off x="8973127" y="854241"/>
            <a:ext cx="0" cy="6142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652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311C8-BC81-15FA-2E10-B9903B823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7819F5C-F752-D9EB-48AF-CDAC3FC18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398" y="2514599"/>
            <a:ext cx="2789384" cy="2789384"/>
          </a:xfrm>
          <a:prstGeom prst="rect">
            <a:avLst/>
          </a:prstGeom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1D734256-6E74-2F78-4D76-BEDCDF2E3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1016" y="0"/>
            <a:ext cx="9144000" cy="2387600"/>
          </a:xfrm>
        </p:spPr>
        <p:txBody>
          <a:bodyPr anchor="ctr"/>
          <a:lstStyle/>
          <a:p>
            <a:r>
              <a:rPr lang="ko-KR" altLang="en-US" dirty="0"/>
              <a:t>캠프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25AFB0-6349-79DE-726B-8AC5B50A2390}"/>
              </a:ext>
            </a:extLst>
          </p:cNvPr>
          <p:cNvSpPr txBox="1"/>
          <p:nvPr/>
        </p:nvSpPr>
        <p:spPr>
          <a:xfrm>
            <a:off x="4784436" y="2189018"/>
            <a:ext cx="641927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유적 내에 있는 오브젝트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유저와 상호작용으로 활성화 가능하며</a:t>
            </a:r>
            <a:r>
              <a:rPr lang="en-US" altLang="ko-KR" dirty="0"/>
              <a:t>, </a:t>
            </a:r>
            <a:r>
              <a:rPr lang="ko-KR" altLang="en-US" dirty="0"/>
              <a:t>가장 마지막으로 상호작용한 캠프만 활성화가 가능하다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유저가 상호작용 시 </a:t>
            </a:r>
            <a:r>
              <a:rPr lang="en-US" altLang="ko-KR" dirty="0"/>
              <a:t>HP</a:t>
            </a:r>
            <a:r>
              <a:rPr lang="ko-KR" altLang="en-US" dirty="0"/>
              <a:t>를 전부 회복 가능하다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유저가 </a:t>
            </a:r>
            <a:r>
              <a:rPr lang="en-US" altLang="ko-KR" dirty="0"/>
              <a:t>HP</a:t>
            </a:r>
            <a:r>
              <a:rPr lang="ko-KR" altLang="en-US" dirty="0"/>
              <a:t>를 모두 잃을 시</a:t>
            </a:r>
            <a:r>
              <a:rPr lang="en-US" altLang="ko-KR" dirty="0"/>
              <a:t>, </a:t>
            </a:r>
            <a:r>
              <a:rPr lang="ko-KR" altLang="en-US" dirty="0"/>
              <a:t>유저가 마지막으로 상호작용한 캠프의 위치에서 재시작을 할 수 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캠프는 유저의 진행상황을 스테이지 내에서만 임시로 저장하며</a:t>
            </a:r>
            <a:r>
              <a:rPr lang="en-US" altLang="ko-KR" dirty="0"/>
              <a:t>, </a:t>
            </a:r>
            <a:r>
              <a:rPr lang="ko-KR" altLang="en-US" dirty="0"/>
              <a:t>유저가 메뉴를 통해 스테이지 밖으로 나갈 경우 진행 내용은 저장되지 않는다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E0960F-8424-2795-0A06-378B7191D685}"/>
              </a:ext>
            </a:extLst>
          </p:cNvPr>
          <p:cNvSpPr/>
          <p:nvPr/>
        </p:nvSpPr>
        <p:spPr>
          <a:xfrm>
            <a:off x="988291" y="5430982"/>
            <a:ext cx="3444008" cy="5184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예시 이미지</a:t>
            </a:r>
          </a:p>
        </p:txBody>
      </p:sp>
    </p:spTree>
    <p:extLst>
      <p:ext uri="{BB962C8B-B14F-4D97-AF65-F5344CB8AC3E}">
        <p14:creationId xmlns:p14="http://schemas.microsoft.com/office/powerpoint/2010/main" val="2684028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075EF-0ABF-2E1B-0772-BD48DB21D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>
            <a:extLst>
              <a:ext uri="{FF2B5EF4-FFF2-40B4-BE49-F238E27FC236}">
                <a16:creationId xmlns:a16="http://schemas.microsoft.com/office/drawing/2014/main" id="{C4263B89-FCD1-4818-EFE0-AC1DC9177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1016" y="0"/>
            <a:ext cx="9144000" cy="1745673"/>
          </a:xfrm>
        </p:spPr>
        <p:txBody>
          <a:bodyPr anchor="ctr"/>
          <a:lstStyle/>
          <a:p>
            <a:r>
              <a:rPr lang="ko-KR" altLang="en-US" dirty="0"/>
              <a:t>스테이지 </a:t>
            </a:r>
            <a:r>
              <a:rPr lang="en-US" altLang="ko-KR" dirty="0"/>
              <a:t>Select Room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36D796C-26F1-F901-545A-FE7DC22ACED1}"/>
              </a:ext>
            </a:extLst>
          </p:cNvPr>
          <p:cNvSpPr/>
          <p:nvPr/>
        </p:nvSpPr>
        <p:spPr>
          <a:xfrm>
            <a:off x="1089891" y="1413164"/>
            <a:ext cx="10418618" cy="522778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D661E38-6E9B-A850-9D07-98676F52D775}"/>
              </a:ext>
            </a:extLst>
          </p:cNvPr>
          <p:cNvSpPr/>
          <p:nvPr/>
        </p:nvSpPr>
        <p:spPr>
          <a:xfrm>
            <a:off x="4858327" y="3325091"/>
            <a:ext cx="2475346" cy="30018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4566132-D761-7F96-9050-87DDCFC24AF5}"/>
              </a:ext>
            </a:extLst>
          </p:cNvPr>
          <p:cNvSpPr/>
          <p:nvPr/>
        </p:nvSpPr>
        <p:spPr>
          <a:xfrm>
            <a:off x="5606473" y="2290618"/>
            <a:ext cx="1046018" cy="1034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9A8937-73D5-8BD6-A837-0AB5B62D2CFD}"/>
              </a:ext>
            </a:extLst>
          </p:cNvPr>
          <p:cNvSpPr/>
          <p:nvPr/>
        </p:nvSpPr>
        <p:spPr>
          <a:xfrm>
            <a:off x="5078267" y="1584036"/>
            <a:ext cx="2102427" cy="3925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Final Stage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2C72C2-3FCD-7E81-A62A-0FCCDBF248C2}"/>
              </a:ext>
            </a:extLst>
          </p:cNvPr>
          <p:cNvSpPr/>
          <p:nvPr/>
        </p:nvSpPr>
        <p:spPr>
          <a:xfrm>
            <a:off x="5044786" y="5895108"/>
            <a:ext cx="2102427" cy="3925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Start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B59AC8-5713-8DEB-EBDB-905CD51A3ADF}"/>
              </a:ext>
            </a:extLst>
          </p:cNvPr>
          <p:cNvSpPr/>
          <p:nvPr/>
        </p:nvSpPr>
        <p:spPr>
          <a:xfrm>
            <a:off x="2755900" y="5248563"/>
            <a:ext cx="2102427" cy="3925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Stage 1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8B3A553-82C9-8D09-34F9-B010D89EFA35}"/>
              </a:ext>
            </a:extLst>
          </p:cNvPr>
          <p:cNvSpPr/>
          <p:nvPr/>
        </p:nvSpPr>
        <p:spPr>
          <a:xfrm>
            <a:off x="2755899" y="4142508"/>
            <a:ext cx="2102427" cy="3925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Stage 2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A169F14-751F-36AD-B821-D1BB7A23777D}"/>
              </a:ext>
            </a:extLst>
          </p:cNvPr>
          <p:cNvSpPr/>
          <p:nvPr/>
        </p:nvSpPr>
        <p:spPr>
          <a:xfrm>
            <a:off x="7333673" y="4142508"/>
            <a:ext cx="2102427" cy="3925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Stage 3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AF9061-E414-C9EC-21C0-B8797E55385B}"/>
              </a:ext>
            </a:extLst>
          </p:cNvPr>
          <p:cNvSpPr/>
          <p:nvPr/>
        </p:nvSpPr>
        <p:spPr>
          <a:xfrm>
            <a:off x="7333673" y="5234708"/>
            <a:ext cx="2102427" cy="3925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Stage 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3480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44D1A-1CDA-6F6A-9A9F-1881D32CA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>
            <a:extLst>
              <a:ext uri="{FF2B5EF4-FFF2-40B4-BE49-F238E27FC236}">
                <a16:creationId xmlns:a16="http://schemas.microsoft.com/office/drawing/2014/main" id="{DC6286DD-19AC-49BD-C50D-0B10BEEE2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1016" y="0"/>
            <a:ext cx="9144000" cy="1745673"/>
          </a:xfrm>
        </p:spPr>
        <p:txBody>
          <a:bodyPr anchor="ctr"/>
          <a:lstStyle/>
          <a:p>
            <a:r>
              <a:rPr lang="ko-KR" altLang="en-US" dirty="0"/>
              <a:t>스테이지 </a:t>
            </a:r>
            <a:r>
              <a:rPr lang="en-US" altLang="ko-KR" dirty="0"/>
              <a:t>Select Room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903DDF-9A5A-07F7-9CAA-070C575E0E7B}"/>
              </a:ext>
            </a:extLst>
          </p:cNvPr>
          <p:cNvSpPr txBox="1"/>
          <p:nvPr/>
        </p:nvSpPr>
        <p:spPr>
          <a:xfrm>
            <a:off x="914400" y="1828800"/>
            <a:ext cx="106402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검은색 배경은 주인공의 기억이 없음을 상징</a:t>
            </a:r>
            <a:r>
              <a:rPr lang="en-US" altLang="ko-KR" dirty="0"/>
              <a:t> (</a:t>
            </a:r>
            <a:r>
              <a:rPr lang="ko-KR" altLang="en-US" dirty="0"/>
              <a:t>까맣게 잊어버렸다 등의 표현</a:t>
            </a:r>
            <a:r>
              <a:rPr lang="en-US" altLang="ko-KR" dirty="0"/>
              <a:t>), </a:t>
            </a:r>
            <a:r>
              <a:rPr lang="ko-KR" altLang="en-US" dirty="0"/>
              <a:t>주인공의 기억회복률에 따라 동이 트는 것 처럼 색상이 점점 하늘색으로 바뀜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유저의 동선을 고려하여 </a:t>
            </a:r>
            <a:r>
              <a:rPr lang="en-US" altLang="ko-KR" dirty="0"/>
              <a:t>Stage </a:t>
            </a:r>
            <a:r>
              <a:rPr lang="ko-KR" altLang="en-US" dirty="0"/>
              <a:t>위치를 배치</a:t>
            </a:r>
            <a:r>
              <a:rPr lang="en-US" altLang="ko-KR" dirty="0"/>
              <a:t>, Stage1</a:t>
            </a:r>
            <a:r>
              <a:rPr lang="ko-KR" altLang="en-US" dirty="0"/>
              <a:t>은 시작하자마자 자동적으로 진행하게 되므로 나머지를 동선을 고려하였다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Stage 4</a:t>
            </a:r>
            <a:r>
              <a:rPr lang="ko-KR" altLang="en-US" dirty="0"/>
              <a:t> 까지 전부 클리어하고 일정 기억회복률</a:t>
            </a:r>
            <a:r>
              <a:rPr lang="en-US" altLang="ko-KR" dirty="0"/>
              <a:t>(</a:t>
            </a:r>
            <a:r>
              <a:rPr lang="ko-KR" altLang="en-US" dirty="0"/>
              <a:t>미정</a:t>
            </a:r>
            <a:r>
              <a:rPr lang="en-US" altLang="ko-KR" dirty="0"/>
              <a:t>)</a:t>
            </a:r>
            <a:r>
              <a:rPr lang="ko-KR" altLang="en-US" dirty="0"/>
              <a:t>을 달성하면 </a:t>
            </a:r>
            <a:r>
              <a:rPr lang="en-US" altLang="ko-KR" dirty="0"/>
              <a:t>Final Stage</a:t>
            </a:r>
            <a:r>
              <a:rPr lang="ko-KR" altLang="en-US" dirty="0"/>
              <a:t>가 열린다</a:t>
            </a:r>
            <a:r>
              <a:rPr lang="en-US" altLang="ko-KR" dirty="0"/>
              <a:t>. Room4</a:t>
            </a:r>
            <a:r>
              <a:rPr lang="ko-KR" altLang="en-US" dirty="0"/>
              <a:t>를 </a:t>
            </a:r>
            <a:r>
              <a:rPr lang="en-US" altLang="ko-KR" dirty="0"/>
              <a:t>Final Stage</a:t>
            </a:r>
            <a:r>
              <a:rPr lang="ko-KR" altLang="en-US" dirty="0"/>
              <a:t>와 거리를 둠으로써 </a:t>
            </a:r>
            <a:r>
              <a:rPr lang="en-US" altLang="ko-KR" dirty="0"/>
              <a:t>Final Stage</a:t>
            </a:r>
            <a:r>
              <a:rPr lang="ko-KR" altLang="en-US" dirty="0"/>
              <a:t>에 들어가기 까지 긴장감을 더욱 줄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5025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245</Words>
  <Application>Microsoft Office PowerPoint</Application>
  <PresentationFormat>와이드스크린</PresentationFormat>
  <Paragraphs>52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SYSTEM Flow Chart</vt:lpstr>
      <vt:lpstr>PowerPoint 프레젠테이션</vt:lpstr>
      <vt:lpstr>PowerPoint 프레젠테이션</vt:lpstr>
      <vt:lpstr>PowerPoint 프레젠테이션</vt:lpstr>
      <vt:lpstr>캠프</vt:lpstr>
      <vt:lpstr>스테이지 Select Room</vt:lpstr>
      <vt:lpstr>스테이지 Select Room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 SO</dc:creator>
  <cp:lastModifiedBy>GameSW</cp:lastModifiedBy>
  <cp:revision>14</cp:revision>
  <dcterms:created xsi:type="dcterms:W3CDTF">2026-03-19T14:54:30Z</dcterms:created>
  <dcterms:modified xsi:type="dcterms:W3CDTF">2026-03-25T07:06:51Z</dcterms:modified>
</cp:coreProperties>
</file>
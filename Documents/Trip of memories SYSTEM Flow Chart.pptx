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15338-5C96-3A6F-D898-DE791032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7CE67F-EF24-3C41-FB03-9EC4B0B5B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18955C-C737-4845-EE8C-26BB11B8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6DC90-9B87-CE24-7DB7-4CE71EF5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F97EC1-25ED-E38A-19A4-0979EA3B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AE7FB-61FB-E052-9C58-DFAF1EC2C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CB7A6-2807-D8BA-8B25-409861E83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3333D7-9773-4819-9DD2-B1391622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E405B6-8D6D-6B47-2FE9-EBFBB2CE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EC5A2E-F67D-6C1B-A784-6ED51134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22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30DD57-4112-27FA-8C8A-B4459F0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A31855-6B20-F40E-7C1B-2EA514663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F8B27-AA07-2C83-3399-B105643AF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46290-6157-776E-13B3-4A56FAF75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2974F-15B0-3817-C117-33B93B5A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323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6FEF6-23FE-1F77-2FF6-304ABF64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039A8-F520-9783-8A31-2CF6A80AE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E9BBF8-E299-CB85-EE9D-C4701D4E6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9165B-77FF-5694-6CDF-554C7243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4382A5-E3D4-6135-9CE7-9174DCF1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201CE6-6B59-ED88-6902-B12EC6D6D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465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B12A-8520-D81A-BDAE-A74B6737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30B271-C809-04AE-CFCA-F3597F529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45FEC2-D9CC-6243-7B6B-4D6E2D1B0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97246F6-3FCF-1A11-BEA3-DA0ACE607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3F98F5B-C4D6-AC62-D5D7-5FC931391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9654-67B7-A18C-E18C-053FF0E1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F0E35-FFED-96ED-3DEA-13DC416E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AEE89-E9F1-ACA3-81C6-5F6162E48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7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60DD7-3A75-64C8-3E2F-3721EB2D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215D10-49D6-1218-6B14-C4DF84729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887A03-3B13-C9C8-A383-C9D49784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035046-3AFB-26C8-4B35-8E755E3D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68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E43E0D-9DBA-FCB9-228B-67725817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9BB7FDD-8766-912A-5D83-939973659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63198-2AF9-7DD0-D037-B12A147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33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D766B-2C87-B6E1-F9DB-DF9B6946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C463CD-D4C5-DA19-A704-CD1CDACC3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74F25-1D18-36AE-03F0-3DB3B715B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BB901F-3E52-C754-D71E-46EB23F0D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97C518-1A88-A281-B053-A434A62C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4D2071-A124-03BC-7BBA-5B051A21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7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69E36-FD76-661B-FD35-2F1ABA9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F78B71-627A-495C-35B4-B15AD7E0E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E83A7-E810-8BEF-ADCD-142986A75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75E1B-5806-8A79-7DF5-D1701BD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0B3240-6B9E-CA6A-3981-C34D6260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3ECAFE-0D82-E714-E390-02840260E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47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9DD58-185C-B89E-C499-0CD2B61C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66442-DECF-78DC-9E5C-5EA57074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23BC1C-F9B6-F3D8-6E70-021E41F1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0FD2E0-491A-E797-1DDD-0C698AD1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7F4CCE-90AB-104B-09C2-B1AF3CEA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30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63A7D2A-B421-4609-371A-7739891894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38740-DB4D-5EE3-39BB-1BAA9E26D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5B92-0CF0-C30B-3440-E2FE2BD0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D568C-42C7-4987-9A20-2BA7A36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F81DE-527D-D0D9-5B04-FD46D17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78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ADB90B-DCE8-642F-F1BC-FEA4E4C1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F3E99F-563F-72B6-9DC1-7C4E392DE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68ED6-18D5-C4EC-A6B1-B53E6C2D1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2E709-CF1F-47C0-9DB3-3BD313B99AA9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0163D-6FFA-1E24-5F1B-243D2520A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0AD801-BA63-A0FF-3051-4C2534842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11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8EECE-909A-08D4-3691-A8C137C62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ko-KR" dirty="0"/>
              <a:t>SYSTEM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 </a:t>
            </a:r>
            <a:r>
              <a:rPr lang="en-US" altLang="ko-KR" dirty="0"/>
              <a:t>Chart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3092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F70B-F579-3BD5-B0E1-1D37CED4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DED0AAA-E3E0-A0FF-1265-08CF23190382}"/>
              </a:ext>
            </a:extLst>
          </p:cNvPr>
          <p:cNvSpPr/>
          <p:nvPr/>
        </p:nvSpPr>
        <p:spPr>
          <a:xfrm>
            <a:off x="1422401" y="1376214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메인 화면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C6B34F5-AD3F-C1EE-181E-2758E66EAD2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503055" y="2115123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E9E7B3-3382-FB84-4327-92758A8A788F}"/>
              </a:ext>
            </a:extLst>
          </p:cNvPr>
          <p:cNvSpPr/>
          <p:nvPr/>
        </p:nvSpPr>
        <p:spPr>
          <a:xfrm>
            <a:off x="1422401" y="285403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스토리 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서론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2016112-7BC1-6E7E-643A-0FCBF4DC5B09}"/>
              </a:ext>
            </a:extLst>
          </p:cNvPr>
          <p:cNvCxnSpPr>
            <a:cxnSpLocks/>
          </p:cNvCxnSpPr>
          <p:nvPr/>
        </p:nvCxnSpPr>
        <p:spPr>
          <a:xfrm>
            <a:off x="2470727" y="3592941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EAE7338-8F61-9BDF-394A-B709C933AFBF}"/>
              </a:ext>
            </a:extLst>
          </p:cNvPr>
          <p:cNvSpPr/>
          <p:nvPr/>
        </p:nvSpPr>
        <p:spPr>
          <a:xfrm>
            <a:off x="1431639" y="43318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3387482-099E-9ADC-67F6-7FEFCBA0AE99}"/>
              </a:ext>
            </a:extLst>
          </p:cNvPr>
          <p:cNvCxnSpPr>
            <a:cxnSpLocks/>
          </p:cNvCxnSpPr>
          <p:nvPr/>
        </p:nvCxnSpPr>
        <p:spPr>
          <a:xfrm>
            <a:off x="3583709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40DF3E-1E16-2792-0BF9-36EDF7DDF5CC}"/>
              </a:ext>
            </a:extLst>
          </p:cNvPr>
          <p:cNvSpPr/>
          <p:nvPr/>
        </p:nvSpPr>
        <p:spPr>
          <a:xfrm>
            <a:off x="4719781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Select Room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86D7C82-1BCF-3B5D-72DB-65393666A0A5}"/>
              </a:ext>
            </a:extLst>
          </p:cNvPr>
          <p:cNvCxnSpPr>
            <a:stCxn id="5" idx="3"/>
            <a:endCxn id="15" idx="0"/>
          </p:cNvCxnSpPr>
          <p:nvPr/>
        </p:nvCxnSpPr>
        <p:spPr>
          <a:xfrm>
            <a:off x="3583709" y="1745669"/>
            <a:ext cx="2475345" cy="25861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57633-AFE2-FFC5-6FC5-CFFE76462EA7}"/>
              </a:ext>
            </a:extLst>
          </p:cNvPr>
          <p:cNvCxnSpPr>
            <a:cxnSpLocks/>
          </p:cNvCxnSpPr>
          <p:nvPr/>
        </p:nvCxnSpPr>
        <p:spPr>
          <a:xfrm>
            <a:off x="7398326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7193C1B-6BFC-DCCD-770E-AF76D47135D8}"/>
              </a:ext>
            </a:extLst>
          </p:cNvPr>
          <p:cNvSpPr/>
          <p:nvPr/>
        </p:nvSpPr>
        <p:spPr>
          <a:xfrm>
            <a:off x="8534399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진행</a:t>
            </a:r>
          </a:p>
        </p:txBody>
      </p:sp>
    </p:spTree>
    <p:extLst>
      <p:ext uri="{BB962C8B-B14F-4D97-AF65-F5344CB8AC3E}">
        <p14:creationId xmlns:p14="http://schemas.microsoft.com/office/powerpoint/2010/main" val="201767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9DA73-91BE-CBC0-8B1E-8979D88B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86800-8B2E-91EE-0B11-CD502ED61223}"/>
              </a:ext>
            </a:extLst>
          </p:cNvPr>
          <p:cNvSpPr/>
          <p:nvPr/>
        </p:nvSpPr>
        <p:spPr>
          <a:xfrm>
            <a:off x="1911928" y="1283854"/>
            <a:ext cx="8432800" cy="455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DE91C6-F418-B38E-96FE-5FAEDAD79C70}"/>
              </a:ext>
            </a:extLst>
          </p:cNvPr>
          <p:cNvSpPr/>
          <p:nvPr/>
        </p:nvSpPr>
        <p:spPr>
          <a:xfrm>
            <a:off x="2041237" y="1366982"/>
            <a:ext cx="2770908" cy="535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BB7DCCE-88A6-8158-63F5-7E6AC71B8F4A}"/>
              </a:ext>
            </a:extLst>
          </p:cNvPr>
          <p:cNvCxnSpPr/>
          <p:nvPr/>
        </p:nvCxnSpPr>
        <p:spPr>
          <a:xfrm flipH="1">
            <a:off x="1071418" y="1542473"/>
            <a:ext cx="1219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A8CD973-7649-4FAC-DF24-CB6F0D8524BB}"/>
              </a:ext>
            </a:extLst>
          </p:cNvPr>
          <p:cNvSpPr txBox="1"/>
          <p:nvPr/>
        </p:nvSpPr>
        <p:spPr>
          <a:xfrm>
            <a:off x="212436" y="1366982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HP </a:t>
            </a:r>
            <a:r>
              <a:rPr lang="ko-KR" altLang="en-US" dirty="0"/>
              <a:t>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D1785-2131-D67E-50DD-0D2698306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290618" y="1366981"/>
            <a:ext cx="563904" cy="53570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6BC842E-9F6B-1B18-03F4-51CF179E5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997198" y="1362365"/>
            <a:ext cx="563904" cy="5357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29D4D6-1C6B-3659-8EFD-E63E6140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3703779" y="1366984"/>
            <a:ext cx="563904" cy="53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652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18</Words>
  <Application>Microsoft Office PowerPoint</Application>
  <PresentationFormat>와이드스크린</PresentationFormat>
  <Paragraphs>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SYSTEM Flow Chart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HA SO</cp:lastModifiedBy>
  <cp:revision>1</cp:revision>
  <dcterms:created xsi:type="dcterms:W3CDTF">2026-03-19T14:54:30Z</dcterms:created>
  <dcterms:modified xsi:type="dcterms:W3CDTF">2026-03-19T15:10:30Z</dcterms:modified>
</cp:coreProperties>
</file>
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5" r:id="rId7"/>
    <p:sldId id="262" r:id="rId8"/>
    <p:sldId id="267" r:id="rId9"/>
    <p:sldId id="268" r:id="rId10"/>
    <p:sldId id="269" r:id="rId11"/>
    <p:sldId id="263" r:id="rId12"/>
    <p:sldId id="270" r:id="rId13"/>
    <p:sldId id="271" r:id="rId14"/>
    <p:sldId id="264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4177C6DE-8E7B-01E4-7926-21D0E1804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3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02AEA-6022-E5C2-E030-8207987E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2F320E-3031-E5E9-F844-24A424F81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84530-83B6-A2A2-051F-F99D4C073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709F65-8E7C-A284-C647-92E75666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8A687B-AC08-7797-5405-07642534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3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99A5AD-D74A-434C-0F7F-0432E00C8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E599AA-2584-C9FC-6261-1861CD870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35A44D-A983-68D5-86A5-CC0F92FEC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05BBD3-76BB-8CD1-5E0E-09116383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D11BA-5899-6CDC-C5B9-ABE32C6E4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3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DD7A4F-4615-406A-0620-C3482440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C21996-1687-146E-6BCA-914388D1B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599764-A02D-762D-ACC8-EBC76E1CEB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E2FFF7-1043-3792-6FE8-44871130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8D5BD66-A12E-6BD0-7BEF-B6EC0706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44167D-59C9-5F78-6BFB-857EE0348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65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C24567-FEA6-4907-D7B6-46A8C6627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131D19-B63B-A197-C9A5-BB6F83AE7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C22EED-F1D2-20B9-6D46-E94BABBB4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D49430-AECB-05CB-2CB3-CAEF413D4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3C24176-C90E-23FD-AA5C-CAAB42382B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5DC8A1C-260F-70EB-B52D-E5BB118E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9B32A12-5C8B-7BF7-BC4E-45D9DC511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21DAD3-6FF2-974F-E967-6899CE85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861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D9BD7-CDF5-BF43-A449-504216F9C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3960402-C0B4-8674-D330-FFE274868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650FABF-244E-15B5-7AB9-9859B6F6A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18B220-08D3-605B-3C43-F8080DAD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739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72D096-2266-1B75-E3BA-1E55DEB9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B02928-884A-D301-AA95-71EFDB68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15A83-196E-044D-0843-52129322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464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F6660-658B-60A1-7D49-82E537EFD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10DFAB-9E6E-921C-F054-B85BB33FD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55D152-5282-B552-E6F5-92AEF715F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7AEAA1-1A31-F526-4B8D-A27874A6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073AAF-032B-9974-7CF4-DB60C0D5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B3713-45CF-F904-4459-3E726A8A4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807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931CF-94CB-76FD-5DD7-654634A4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8EC6E81-8DF7-0CF0-1FAB-090F2AADE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506E558-1E97-5EE9-0A31-D43DC6441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E01454-43CB-AE91-53C3-6FD69D2A3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80F0F3-2FFC-3D39-AAEC-104F8B9E2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71A21C-0E73-C774-136B-3EF19FC5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3550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7207E-2F66-4291-E50B-3EB2A2FF9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06E52D9-7C72-F8C9-0D89-70A455F06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13C43-02FE-5022-409F-692016F24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128D0-36BA-DEEE-04C3-72D3319F0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2B338-4CA3-4AD3-E0A1-081A56FE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262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8D8BF3B-ABBA-0844-942A-A9666F699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28A064-C92D-8F67-D0C7-D091EDE83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71668-E41A-7934-5837-5197D3187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73CBF-E2E3-5F7F-BE29-CB4232602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127AE7-47DE-C049-0384-E8D94E292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996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69FC81-81F3-611A-D619-720A2FA39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DCD955-D94F-1D22-741F-EB4672A28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B8819-C7A1-FAA2-045F-6223AFA2D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5FB2B-8AC3-4798-AE12-B6450F17ACC8}" type="datetimeFigureOut">
              <a:rPr lang="ko-KR" altLang="en-US" smtClean="0"/>
              <a:t>2026-05-05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7BFDAB-5215-CD11-2612-15B891A5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F888B-A134-FE2C-AF0D-424C2EBB2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2A7CE1-FECF-44E1-AD75-9191151152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3251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7BEEB1D-F974-D400-C1EB-D2A44A655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97" y="1294568"/>
            <a:ext cx="5322806" cy="24350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52A9C-E59D-6FE7-6F5B-6B18612216C4}"/>
              </a:ext>
            </a:extLst>
          </p:cNvPr>
          <p:cNvSpPr txBox="1"/>
          <p:nvPr/>
        </p:nvSpPr>
        <p:spPr>
          <a:xfrm>
            <a:off x="3648722" y="4580877"/>
            <a:ext cx="47939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5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Team Cube</a:t>
            </a:r>
            <a:endParaRPr lang="ko-KR" altLang="en-US" sz="25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66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8FCFA-F238-A7D1-03F7-EA131497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9BD15F-57AA-3EA8-0462-B8DC83FF4453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Team Cube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93BFA9-FE16-C744-67CD-29C0E2CB18E1}"/>
              </a:ext>
            </a:extLst>
          </p:cNvPr>
          <p:cNvSpPr txBox="1"/>
          <p:nvPr/>
        </p:nvSpPr>
        <p:spPr>
          <a:xfrm>
            <a:off x="3161189" y="2869605"/>
            <a:ext cx="616924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기획 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허진서</a:t>
            </a:r>
            <a:endParaRPr lang="en-US" altLang="ko-KR" sz="3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algn="just"/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프로그래밍 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이진우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,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박금서</a:t>
            </a:r>
            <a:endParaRPr lang="en-US" altLang="ko-KR" sz="3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algn="just"/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원화 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조서현</a:t>
            </a:r>
            <a:endParaRPr lang="en-US" altLang="ko-KR" sz="3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algn="just"/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3D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캐릭터 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최지환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,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정수현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,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박이슬</a:t>
            </a:r>
            <a:endParaRPr lang="en-US" altLang="ko-KR" sz="3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  <a:p>
            <a:pPr algn="just"/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3D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배경 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유태하</a:t>
            </a:r>
            <a:r>
              <a:rPr lang="en-US" altLang="ko-KR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, </a:t>
            </a:r>
            <a:r>
              <a:rPr lang="ko-KR" altLang="en-US" sz="3000" b="1" dirty="0">
                <a:solidFill>
                  <a:schemeClr val="bg1"/>
                </a:solidFill>
                <a:latin typeface="Cambria Math" panose="02040503050406030204" pitchFamily="18" charset="0"/>
              </a:rPr>
              <a:t>리련명 </a:t>
            </a:r>
          </a:p>
        </p:txBody>
      </p:sp>
    </p:spTree>
    <p:extLst>
      <p:ext uri="{BB962C8B-B14F-4D97-AF65-F5344CB8AC3E}">
        <p14:creationId xmlns:p14="http://schemas.microsoft.com/office/powerpoint/2010/main" val="3314960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BEEF-0C1F-E58C-DED8-2EC4F5683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6D8B8-42A5-58A8-D740-0A6BA46BCC04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Stage 1 Concept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ACA90-A9E6-1B9E-B38A-1208B2242861}"/>
              </a:ext>
            </a:extLst>
          </p:cNvPr>
          <p:cNvSpPr txBox="1"/>
          <p:nvPr/>
        </p:nvSpPr>
        <p:spPr>
          <a:xfrm>
            <a:off x="2270094" y="5992856"/>
            <a:ext cx="76518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어렸을 때 호기심으로 모험한 뒷산 </a:t>
            </a:r>
          </a:p>
        </p:txBody>
      </p:sp>
    </p:spTree>
    <p:extLst>
      <p:ext uri="{BB962C8B-B14F-4D97-AF65-F5344CB8AC3E}">
        <p14:creationId xmlns:p14="http://schemas.microsoft.com/office/powerpoint/2010/main" val="2126684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545D8-7056-5D97-D375-1CDF3BBC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06B31-CC53-E848-5200-F9D8D178A53F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뒷산의 유적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DDB52-60F4-F9AA-D58A-9A64B19038C0}"/>
              </a:ext>
            </a:extLst>
          </p:cNvPr>
          <p:cNvSpPr txBox="1"/>
          <p:nvPr/>
        </p:nvSpPr>
        <p:spPr>
          <a:xfrm>
            <a:off x="1531581" y="5203171"/>
            <a:ext cx="90755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정신을 차리고 주위를 둘러보니 낯익은 광경이 보인다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041B60-DE32-5BC2-3B67-A00B161EFDDF}"/>
              </a:ext>
            </a:extLst>
          </p:cNvPr>
          <p:cNvSpPr txBox="1"/>
          <p:nvPr/>
        </p:nvSpPr>
        <p:spPr>
          <a:xfrm>
            <a:off x="643815" y="5924054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모티브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어렸을 때 자주 갔던 뒷산의 모습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+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지역 유명한 관광명소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371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F186F-7152-20AD-EB15-EC0D518B5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6757F4-53F0-A545-50DD-595E58FB1001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뒷산의 유적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F738B-5168-EECC-F519-1C4D1D425AFD}"/>
              </a:ext>
            </a:extLst>
          </p:cNvPr>
          <p:cNvSpPr txBox="1"/>
          <p:nvPr/>
        </p:nvSpPr>
        <p:spPr>
          <a:xfrm>
            <a:off x="416602" y="5460312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모험을 방해하는 몬스터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5C17FA-8DDA-6A7E-F9F8-264D54622C23}"/>
              </a:ext>
            </a:extLst>
          </p:cNvPr>
          <p:cNvSpPr txBox="1"/>
          <p:nvPr/>
        </p:nvSpPr>
        <p:spPr>
          <a:xfrm>
            <a:off x="567523" y="6014310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실제로 해충들은 모험가들한테 해가 된다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8749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FC3B8-016D-70C9-8D50-5492F4C3D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896CE3-2B18-C691-0850-A53921338B93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1.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뒷산의 유적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894F10-008E-F200-239E-E03A77479A89}"/>
              </a:ext>
            </a:extLst>
          </p:cNvPr>
          <p:cNvSpPr txBox="1"/>
          <p:nvPr/>
        </p:nvSpPr>
        <p:spPr>
          <a:xfrm>
            <a:off x="540889" y="1973491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유적을 들어가는 방법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CE803B-A171-77EB-1E72-1BE5FD801E3D}"/>
              </a:ext>
            </a:extLst>
          </p:cNvPr>
          <p:cNvSpPr txBox="1"/>
          <p:nvPr/>
        </p:nvSpPr>
        <p:spPr>
          <a:xfrm>
            <a:off x="567523" y="6014310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유적의 스위치에 같은 색상의 열쇠를 올려 놓아야 한다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944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16553-E533-F3E4-CD16-56D08E4A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3A3A8B-33B6-4D93-DC1A-F99462E8FF3E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입구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1D0F5D-F2B6-0864-EEF6-FB580FB5CC45}"/>
              </a:ext>
            </a:extLst>
          </p:cNvPr>
          <p:cNvSpPr txBox="1"/>
          <p:nvPr/>
        </p:nvSpPr>
        <p:spPr>
          <a:xfrm>
            <a:off x="643815" y="5924054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주인공의 기억과 가상 공간이 혼재되어 있는 장소 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970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FA400-98E8-F45F-F512-C5A81BB5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B8608-63E7-D7F9-98AF-435BE5357454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입구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A89E61-87F4-EFC8-506B-B53DAA091A1A}"/>
              </a:ext>
            </a:extLst>
          </p:cNvPr>
          <p:cNvSpPr txBox="1"/>
          <p:nvPr/>
        </p:nvSpPr>
        <p:spPr>
          <a:xfrm>
            <a:off x="567523" y="4894245"/>
            <a:ext cx="11056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캠프 시스템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체크 포인트의 역할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3444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50631-EA56-97C4-88D6-A7A2797E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B92795-52D2-7EDD-8A9F-5C38D8FF93EE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입구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C3EDA-F7AE-FF4B-8DC9-6084C77BAE43}"/>
              </a:ext>
            </a:extLst>
          </p:cNvPr>
          <p:cNvSpPr txBox="1"/>
          <p:nvPr/>
        </p:nvSpPr>
        <p:spPr>
          <a:xfrm>
            <a:off x="567523" y="4894245"/>
            <a:ext cx="11056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NPC</a:t>
            </a:r>
          </a:p>
          <a:p>
            <a:pPr algn="ctr"/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모티브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뒷산 계곡에서 올챙이를 채집해서 키운 추억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8206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56505-83F0-DF42-653E-648D4EAF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B99D5D-BA67-75B5-B6AE-9DA6F5E4FE46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2.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입구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2E3E49-E2DE-45A4-BF2C-9E2D209F6BA9}"/>
              </a:ext>
            </a:extLst>
          </p:cNvPr>
          <p:cNvSpPr txBox="1"/>
          <p:nvPr/>
        </p:nvSpPr>
        <p:spPr>
          <a:xfrm>
            <a:off x="567523" y="4894245"/>
            <a:ext cx="11056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미니게임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퍼즐 모티브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어렸을 때 했던 게임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(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플래시 게임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레이튼 교수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)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4807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C07E1-E8A3-1E4F-6488-BC34937DD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780173-9090-7BEA-61BA-8A0EC625719F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내부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6C3E19-79D4-9F39-F657-FCFEF4B17016}"/>
              </a:ext>
            </a:extLst>
          </p:cNvPr>
          <p:cNvSpPr txBox="1"/>
          <p:nvPr/>
        </p:nvSpPr>
        <p:spPr>
          <a:xfrm>
            <a:off x="540889" y="5941810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앞으로 진행하기 위해서는 벽을 움직여서 진행해야 한다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1634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F831-A28C-C919-4501-8335495A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62C11-A922-A07A-FBDB-4B9B6E3A1B1E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내부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2A03A1-F77F-0F62-4D52-1CCD4ABD386C}"/>
              </a:ext>
            </a:extLst>
          </p:cNvPr>
          <p:cNvSpPr txBox="1"/>
          <p:nvPr/>
        </p:nvSpPr>
        <p:spPr>
          <a:xfrm>
            <a:off x="540889" y="5941810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레버 조작을 통해 유적을 움직일 수 있다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9894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EDB7C-92DE-134B-89E2-9D9772497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B88616-BE5E-4F11-9D1A-171F9AB14400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3.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내부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16C855-98DE-4F51-1F49-CB7BFA8F6DF2}"/>
              </a:ext>
            </a:extLst>
          </p:cNvPr>
          <p:cNvSpPr txBox="1"/>
          <p:nvPr/>
        </p:nvSpPr>
        <p:spPr>
          <a:xfrm>
            <a:off x="567523" y="5604444"/>
            <a:ext cx="110569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오브젝트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종이 비행기 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모티브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어렸을 때 종이 비행기를 접어 날리던 추억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133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D1B1-1C22-FBAD-268B-CCB105F1A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D577AE-5737-2EBD-F105-303912EF08BD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출구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92C1-7753-0B76-BD66-0E47C0761854}"/>
              </a:ext>
            </a:extLst>
          </p:cNvPr>
          <p:cNvSpPr txBox="1"/>
          <p:nvPr/>
        </p:nvSpPr>
        <p:spPr>
          <a:xfrm>
            <a:off x="540889" y="5835277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유적을 나가는 문을 열기 위한 마지막 퍼즐이 있는 곳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0704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6BB2E-5AFF-399F-AEE0-E3F0BF3F0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9C99EB-8877-81DF-E7E7-6ED46AAD011C}"/>
              </a:ext>
            </a:extLst>
          </p:cNvPr>
          <p:cNvSpPr txBox="1"/>
          <p:nvPr/>
        </p:nvSpPr>
        <p:spPr>
          <a:xfrm>
            <a:off x="3672395" y="745724"/>
            <a:ext cx="479394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4. </a:t>
            </a:r>
            <a:r>
              <a:rPr lang="ko-KR" altLang="en-US" sz="5000" b="1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유적 출구</a:t>
            </a:r>
            <a:endParaRPr lang="ko-KR" altLang="en-US" sz="5000" b="1" dirty="0">
              <a:solidFill>
                <a:schemeClr val="bg1"/>
              </a:solidFill>
              <a:latin typeface="Cambria Math" panose="020405030504060302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71E430-126D-4417-528B-3F631C97BFE7}"/>
              </a:ext>
            </a:extLst>
          </p:cNvPr>
          <p:cNvSpPr txBox="1"/>
          <p:nvPr/>
        </p:nvSpPr>
        <p:spPr>
          <a:xfrm>
            <a:off x="540889" y="5835277"/>
            <a:ext cx="1105695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퍼즐 모티브 </a:t>
            </a:r>
            <a:r>
              <a:rPr lang="en-US" altLang="ko-KR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: </a:t>
            </a:r>
            <a:r>
              <a:rPr lang="ko-KR" altLang="en-US" sz="3000" b="1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테트로미노</a:t>
            </a:r>
            <a:endParaRPr lang="en-US" altLang="ko-KR" sz="3000" b="1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490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204</Words>
  <Application>Microsoft Office PowerPoint</Application>
  <PresentationFormat>와이드스크린</PresentationFormat>
  <Paragraphs>43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Noto Sans KR Black</vt:lpstr>
      <vt:lpstr>맑은 고딕</vt:lpstr>
      <vt:lpstr>Arial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 SO</dc:creator>
  <cp:lastModifiedBy>HA SO</cp:lastModifiedBy>
  <cp:revision>9</cp:revision>
  <dcterms:created xsi:type="dcterms:W3CDTF">2026-05-05T14:59:17Z</dcterms:created>
  <dcterms:modified xsi:type="dcterms:W3CDTF">2026-05-05T15:46:12Z</dcterms:modified>
</cp:coreProperties>
</file>